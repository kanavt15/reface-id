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3"/>
  </p:notesMasterIdLst>
  <p:sldIdLst>
    <p:sldId id="258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86FD67-0231-406F-B4C7-F7365F998F6A}">
  <a:tblStyle styleId="{5286FD67-0231-406F-B4C7-F7365F998F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plementation">
  <p:cSld name="Title Only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6258" y="3652"/>
            <a:ext cx="327742" cy="513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24" y="4236787"/>
            <a:ext cx="726408" cy="5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6288" y="0"/>
            <a:ext cx="2097710" cy="414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4446" y="10040"/>
            <a:ext cx="751668" cy="77256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2029399" y="157258"/>
            <a:ext cx="50853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54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54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4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4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54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4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54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uplicate">
  <p:cSld name="Title Only_1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6258" y="3652"/>
            <a:ext cx="327742" cy="513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6288" y="0"/>
            <a:ext cx="2097710" cy="41465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2029399" y="157258"/>
            <a:ext cx="50853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54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54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4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4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54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4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54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1371600" y="550445"/>
            <a:ext cx="61152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100" u="sng" dirty="0"/>
              <a:t>Introduction</a:t>
            </a:r>
            <a:endParaRPr sz="3100" dirty="0"/>
          </a:p>
        </p:txBody>
      </p:sp>
      <p:sp>
        <p:nvSpPr>
          <p:cNvPr id="104" name="Google Shape;104;p18"/>
          <p:cNvSpPr txBox="1">
            <a:spLocks noGrp="1"/>
          </p:cNvSpPr>
          <p:nvPr>
            <p:ph type="ftr" idx="11"/>
          </p:nvPr>
        </p:nvSpPr>
        <p:spPr>
          <a:xfrm>
            <a:off x="3744682" y="4850796"/>
            <a:ext cx="165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Computer Engineering Department</a:t>
            </a: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683419" y="4850796"/>
            <a:ext cx="57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/>
              <a:t>11/13/2025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On-screen Show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Simple Light</vt:lpstr>
      <vt:lpstr>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Tushar Surti</cp:lastModifiedBy>
  <cp:revision>1</cp:revision>
  <dcterms:modified xsi:type="dcterms:W3CDTF">2026-03-17T14:03:17Z</dcterms:modified>
</cp:coreProperties>
</file>